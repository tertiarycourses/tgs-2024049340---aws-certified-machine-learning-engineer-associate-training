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rial"/>
              </a:rPr>
              <a:t>AWS Certified Machine Learning Engineer Associate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TGS-2024049340 | Hands-On Labs |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Copyright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Copyright 2026 Tertiary Infotech Academy Pte Ltd.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Materials are for enrolled learners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 not redistribute assessment or trainer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Tertiary Infotech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WSQ course provider delivering ICT and business technology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UEN: 201200696W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Training format: instructor-led, hands-on, assessment-ready.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Scan SSG digital attendance at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Minimum 75% attendance is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Secure, ingest, transform and validate ML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Select, train, tune, evaluate and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6-7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Inference infrastructure and MLOps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Monitoring, security, cost and exam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Learning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AWS Management Console: https://console.aws.amazon.com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AWS documentation: https://docs.aws.amazon.com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Official AWS Certified Machine Learning Engineer - Associate exam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AWS MLA-C01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AWS MLA-C01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Use practice sets to test data preparation, model development, deployment, MLOps and monitoring.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AWS Machine Learning Engineer - Associate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AWS MLA-C01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AWS MLA-C01
Use        Review
Domains   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1: Labs 1-4 - account safety, data preparation, modeling, training and 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2: Labs 5-8 - evaluation, deployment, MLOps, monitoring, security and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each validation and cleanup step before moving to the next lab.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Resource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Tags / RBAC /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rial"/>
              </a:rPr>
              <a:t>The labs repeatedly use this hierarchy: sign in to the tenant, work inside a subscription, place resources in tgs-aws-mla-labs, then govern them with tags, RBAC, locks, policy, cost controls and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ML Engineering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Prepare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Secure, ingest, transform and validate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Develop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Train, tune, evaluate and register models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Deploy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Select endpoints, serverless or batch inference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Operate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Automate, monitor, secure and optimise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slide deck, Learner Guide and Lesson Plan follow this same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S3, Glue, Athena, Data Wrangler and Feature Store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Model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SageMaker training, tuning, Clarify and Registry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Deploy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Endpoints, serverless inference and batch transform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MLOps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Pipelines, Step Functions, CloudWatch, IAM and KMS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service groups map directly to the eight labs and the MLA-C01 task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Management and Governance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Govern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IAM least privilege, KMS and private networking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Automate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Pipelines, Step Functions and CI/CD gates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Observe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Model Monitor, CloudWatch metrics and alarms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Optimise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Right-size jobs and remove unused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Day 2 labs turn resources into governed cloud assets through identity, access, policy and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Cost and Monitoring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Baseline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Record quality, latency and data statistics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Monitor drift, bias, endpoint health and spend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Respond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Alert, investigate, retrain or roll back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Clean Up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Delete endpoints and jobs after labs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Cost estimation, budgets, Advisor, Service Health, Monitor and cleanup are handled as one operating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MLA-C01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Data preparation - Labs 1-2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26%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Model development - Labs 3-5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Deployment and orchestration - Labs 6-7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PPT, LG and LP follow the lab 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MLA-C01 Domain Weight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Exam 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Practice 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Cloud Concepts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25-30%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1-3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487168"/>
            <a:ext cx="2514600" cy="658368"/>
          </a:xfrm>
          <a:prstGeom prst="rect">
            <a:avLst/>
          </a:prstGeom>
          <a:solidFill>
            <a:srgbClr val="FDE68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Moderate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Architecture &amp;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35-40%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4-11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3145536"/>
            <a:ext cx="2514600" cy="65836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Management &amp; 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30-35%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12-16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3803904"/>
            <a:ext cx="2514600" cy="65836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74920"/>
            <a:ext cx="10058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This matrix mirrors the CySA+ risk-matrix layout, adapted to AWS MLA-C01 domain coverage and lab priorities.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Shared Responsibility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875520" cy="58521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5376"/>
            <a:ext cx="941832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User / Identity /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13432"/>
            <a:ext cx="8869680" cy="5852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87168"/>
            <a:ext cx="84124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Application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35224"/>
            <a:ext cx="7863840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7406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Operating System / Network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57016"/>
            <a:ext cx="6858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30752"/>
            <a:ext cx="640080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AWS Platform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178808"/>
            <a:ext cx="5852160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52544"/>
            <a:ext cx="539496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Physical Datacenter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Learners configure the top layers in the labs; Microsoft operates the lower platform and physical layers.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Account Safety, IAM, S3 ML Data Lake, and Data Formats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Data Preparation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labs/lab-01-account-iam-s3-ml-data-lake.md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Data Ingestion, Transformation, Feature Engineering, and 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Data Preparation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labs/lab-02-data-ingestion-feature-engineering-quality.md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Modeling Approach, SageMaker Algorithms, JumpStart, and AI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ML Model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labs/lab-03-modeling-approach-sagemaker-ai-services.md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Training, Hyperparameter Tuning, and Model Registry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ML Model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labs/lab-04-training-tuning-model-registry.md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Model Evaluation, Performance Metrics, and Bias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ML Model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labs/lab-05-model-evaluation-performance-bias.md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Deployment Infrastructure, Endpoints, Batch Transform, and Auto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Deployment and Orchestration of ML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labs/lab-06-deployment-endpoints-inference-infrastructure.md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MLOps Pipelines, CI/CD, and Workflow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Deployment and Orchestration of ML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labs/lab-07-mlops-pipelines-cicd-orchestration.md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Monitoring, Security, Cost Optimization, and Exam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Deployment and Orchestration of ML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labs/lab-08-monitoring-security-cost-exam-review.md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Wrap-Up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prepared data and developed, evaluated, deployed and monitored ML workloads on AWS.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practised MLOps, security and cost controls mapped to the MLA-C01 exam domains.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the Lab 8 cleanup checklist to avoid ongoing AWS charges.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